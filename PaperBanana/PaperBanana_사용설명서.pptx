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828800"/>
            <a:ext cx="121916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/>
            </a:pPr>
            <a:r>
              <a:t>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92608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PaperBanana 사용 설명서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3891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DCDCDC"/>
                </a:solidFill>
              </a:defRPr>
            </a:pPr>
            <a:r>
              <a:t>학술 논문 도표 자동 생성 AI 프레임워크</a:t>
            </a:r>
          </a:p>
          <a:p>
            <a:r>
              <a:t>완벽 가이드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📋 목차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• PaperBanana 소개 및 주요 특징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• 프로젝트 구조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• 빠른 시작 가이드 (설치 및 설정)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• 사용 방법 - Streamlit 웹 인터페이스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• 사용 방법 - CLI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• 실제 사용 예시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• 고급 설정 및 팁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• 문제 해결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• 지원 및 라이선스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333333"/>
                </a:solidFill>
              </a:defRPr>
            </a:pPr>
            <a:r>
              <a:t>🍌 PaperBanana 소개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PaperBanana란 무엇인가?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i="1">
                <a:solidFill>
                  <a:srgbClr val="646464"/>
                </a:solidFill>
              </a:defRPr>
            </a:pPr>
            <a:r>
              <a:t>AI-Powered Academic Illustration Generation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• 학술 논문의 그림과 도표를 자동으로 생성하는 AI 기반 멀티-에이전트 프레임워크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• 5개의 전문 에이전트가 협업: Retriever, Planner, Stylist, Visualizer, Critic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• 논문의 메소드 섹션을 입력받아 출판 품질의 학술 도표 생성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• 참조 기반 학습으로 유사한 학술 그림들의 스타일과 구조 학습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• 반복적 개선을 통해 품질 향상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주요 특징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• 🎨 자동 학술 도표 생성 - 논문 메소드를 입력하면 전문적인 도표 자동 생성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• 🔍 참조 기반 학습 - 유사한 학술 그림들을 참조하여 스타일과 구조 학습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• 🔄 반복적 개선 - Critic 에이전트가 생성 결과를 평가하고 개선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• 🎯 두 가지 모드 지원 - 개념 다이어그램(diagram)과 통계 그래프(plot)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• 🖥️ 직관적 인터페이스 - Streamlit 기반 웹 UI 제공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• 📊 병렬 처리 - 한 번에 최대 20개 후보 도표 동시 생성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333333"/>
                </a:solidFill>
              </a:defRPr>
            </a:pPr>
            <a:r>
              <a:t>📁 프로젝트 구조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주요 디렉토리 및 파일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• configs/ - API 키 및 모델 설정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• agents/ - AI 에이전트 모듈 (Retriever, Planner, Stylist, Visualizer, Critic, Polish)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• data/ - 데이터셋 디렉토리 (PaperBananaBench)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• prompts/ - 에이전트 프롬프트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• utils/ - 유틸리티 함수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• results/ - 생성 결과 저장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• main.py - CLI 실행 스크립트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• demo.py - Streamlit 웹 UI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333333"/>
                </a:solidFill>
              </a:defRPr>
            </a:pPr>
            <a:r>
              <a:t>🚀 빠른 시작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1단계: 환경 설정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371600"/>
            <a:ext cx="11612880" cy="5120640"/>
          </a:xfrm>
          <a:prstGeom prst="round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1247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C8C8C8"/>
                </a:solidFill>
                <a:latin typeface="Consolas"/>
              </a:defRPr>
            </a:pPr>
            <a:r>
              <a:t># 저장소 클론</a:t>
            </a:r>
          </a:p>
          <a:p>
            <a:pPr>
              <a:spcAft>
                <a:spcPts val="400"/>
              </a:spcAft>
              <a:defRPr sz="1400">
                <a:solidFill>
                  <a:srgbClr val="C8C8C8"/>
                </a:solidFill>
                <a:latin typeface="Consolas"/>
              </a:defRPr>
            </a:pPr>
            <a:r>
              <a:t>git clone https://github.com/dwzhu-pku/PaperBanana.git</a:t>
            </a:r>
          </a:p>
          <a:p>
            <a:pPr>
              <a:spcAft>
                <a:spcPts val="400"/>
              </a:spcAft>
              <a:defRPr sz="1400">
                <a:solidFill>
                  <a:srgbClr val="C8C8C8"/>
                </a:solidFill>
                <a:latin typeface="Consolas"/>
              </a:defRPr>
            </a:pPr>
            <a:r>
              <a:t>cd PaperBanana</a:t>
            </a:r>
          </a:p>
          <a:p>
            <a:pPr>
              <a:spcAft>
                <a:spcPts val="400"/>
              </a:spcAft>
              <a:defRPr sz="1400">
                <a:solidFill>
                  <a:srgbClr val="C8C8C8"/>
                </a:solidFill>
                <a:latin typeface="Consolas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C8C8C8"/>
                </a:solidFill>
                <a:latin typeface="Consolas"/>
              </a:defRPr>
            </a:pPr>
            <a:r>
              <a:t># uv 설치 (아직 설치되지 않은 경우)</a:t>
            </a:r>
          </a:p>
          <a:p>
            <a:pPr>
              <a:spcAft>
                <a:spcPts val="400"/>
              </a:spcAft>
              <a:defRPr sz="1400">
                <a:solidFill>
                  <a:srgbClr val="C8C8C8"/>
                </a:solidFill>
                <a:latin typeface="Consolas"/>
              </a:defRPr>
            </a:pPr>
            <a:r>
              <a:t>curl -LsSf https://astral.sh/uv/install.sh | sh</a:t>
            </a:r>
          </a:p>
          <a:p>
            <a:pPr>
              <a:spcAft>
                <a:spcPts val="400"/>
              </a:spcAft>
              <a:defRPr sz="1400">
                <a:solidFill>
                  <a:srgbClr val="C8C8C8"/>
                </a:solidFill>
                <a:latin typeface="Consolas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C8C8C8"/>
                </a:solidFill>
                <a:latin typeface="Consolas"/>
              </a:defRPr>
            </a:pPr>
            <a:r>
              <a:t># 가상 환경 생성 및 Python 설치</a:t>
            </a:r>
          </a:p>
          <a:p>
            <a:pPr>
              <a:spcAft>
                <a:spcPts val="400"/>
              </a:spcAft>
              <a:defRPr sz="1400">
                <a:solidFill>
                  <a:srgbClr val="C8C8C8"/>
                </a:solidFill>
                <a:latin typeface="Consolas"/>
              </a:defRPr>
            </a:pPr>
            <a:r>
              <a:t>uv venv</a:t>
            </a:r>
          </a:p>
          <a:p>
            <a:pPr>
              <a:spcAft>
                <a:spcPts val="400"/>
              </a:spcAft>
              <a:defRPr sz="1400">
                <a:solidFill>
                  <a:srgbClr val="C8C8C8"/>
                </a:solidFill>
                <a:latin typeface="Consolas"/>
              </a:defRPr>
            </a:pPr>
            <a:r>
              <a:t>uv python install 3.12</a:t>
            </a:r>
          </a:p>
          <a:p>
            <a:pPr>
              <a:spcAft>
                <a:spcPts val="400"/>
              </a:spcAft>
              <a:defRPr sz="1400">
                <a:solidFill>
                  <a:srgbClr val="C8C8C8"/>
                </a:solidFill>
                <a:latin typeface="Consolas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C8C8C8"/>
                </a:solidFill>
                <a:latin typeface="Consolas"/>
              </a:defRPr>
            </a:pPr>
            <a:r>
              <a:t># 의존성 패키지 설치</a:t>
            </a:r>
          </a:p>
          <a:p>
            <a:pPr>
              <a:spcAft>
                <a:spcPts val="400"/>
              </a:spcAft>
              <a:defRPr sz="1400">
                <a:solidFill>
                  <a:srgbClr val="C8C8C8"/>
                </a:solidFill>
                <a:latin typeface="Consolas"/>
              </a:defRPr>
            </a:pPr>
            <a:r>
              <a:t>uv pip install -r requirements.txt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2단계: API 키 설정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371600"/>
            <a:ext cx="11612880" cy="5120640"/>
          </a:xfrm>
          <a:prstGeom prst="round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1247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C8C8C8"/>
                </a:solidFill>
                <a:latin typeface="Consolas"/>
              </a:defRPr>
            </a:pPr>
            <a:r>
              <a:t># configs/model_config.yaml 파일 수정:</a:t>
            </a:r>
          </a:p>
          <a:p>
            <a:pPr>
              <a:spcAft>
                <a:spcPts val="400"/>
              </a:spcAft>
              <a:defRPr sz="1400">
                <a:solidFill>
                  <a:srgbClr val="C8C8C8"/>
                </a:solidFill>
                <a:latin typeface="Consolas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C8C8C8"/>
                </a:solidFill>
                <a:latin typeface="Consolas"/>
              </a:defRPr>
            </a:pPr>
            <a:r>
              <a:t>defaults:</a:t>
            </a:r>
          </a:p>
          <a:p>
            <a:pPr>
              <a:spcAft>
                <a:spcPts val="400"/>
              </a:spcAft>
              <a:defRPr sz="1400">
                <a:solidFill>
                  <a:srgbClr val="C8C8C8"/>
                </a:solidFill>
                <a:latin typeface="Consolas"/>
              </a:defRPr>
            </a:pPr>
            <a:r>
              <a:t>  model_name: "gemini-1.5-pro-preview"</a:t>
            </a:r>
          </a:p>
          <a:p>
            <a:pPr>
              <a:spcAft>
                <a:spcPts val="400"/>
              </a:spcAft>
              <a:defRPr sz="1400">
                <a:solidFill>
                  <a:srgbClr val="C8C8C8"/>
                </a:solidFill>
                <a:latin typeface="Consolas"/>
              </a:defRPr>
            </a:pPr>
            <a:r>
              <a:t>  image_model_name: "gemini-1.5-pro-image-preview"</a:t>
            </a:r>
          </a:p>
          <a:p>
            <a:pPr>
              <a:spcAft>
                <a:spcPts val="400"/>
              </a:spcAft>
              <a:defRPr sz="1400">
                <a:solidFill>
                  <a:srgbClr val="C8C8C8"/>
                </a:solidFill>
                <a:latin typeface="Consolas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C8C8C8"/>
                </a:solidFill>
                <a:latin typeface="Consolas"/>
              </a:defRPr>
            </a:pPr>
            <a:r>
              <a:t>api_keys:</a:t>
            </a:r>
          </a:p>
          <a:p>
            <a:pPr>
              <a:spcAft>
                <a:spcPts val="400"/>
              </a:spcAft>
              <a:defRPr sz="1400">
                <a:solidFill>
                  <a:srgbClr val="C8C8C8"/>
                </a:solidFill>
                <a:latin typeface="Consolas"/>
              </a:defRPr>
            </a:pPr>
            <a:r>
              <a:t>  google_api_key: "YOUR_GOOGLE_API_KEY_HERE"</a:t>
            </a:r>
          </a:p>
          <a:p>
            <a:pPr>
              <a:spcAft>
                <a:spcPts val="400"/>
              </a:spcAft>
              <a:defRPr sz="1400">
                <a:solidFill>
                  <a:srgbClr val="C8C8C8"/>
                </a:solidFill>
                <a:latin typeface="Consolas"/>
              </a:defRPr>
            </a:pPr>
            <a:r>
              <a:t>  openai_api_key: "YOUR_OPENAI_API_KEY_HERE"      # 선택사항</a:t>
            </a:r>
          </a:p>
          <a:p>
            <a:pPr>
              <a:spcAft>
                <a:spcPts val="400"/>
              </a:spcAft>
              <a:defRPr sz="1400">
                <a:solidFill>
                  <a:srgbClr val="C8C8C8"/>
                </a:solidFill>
                <a:latin typeface="Consolas"/>
              </a:defRPr>
            </a:pPr>
            <a:r>
              <a:t>  anthropic_api_key: "YOUR_ANTHROPIC_API_KEY_HERE" # 선택사항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API 키 발급 방법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• Google Gemini API: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•   1. https://makersuite.google.com/app/apikey 접속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•   2. "Create API Key" 클릭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•   3. 키 복사하여 설정 파일에 붙여넣기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• 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• OpenAI API (선택사항):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•   1. https://platform.openai.com/api-keys 접속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•   2. "Create new secret key" 클릭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•   3. 키 복사하여 설정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333333"/>
                </a:solidFill>
              </a:defRPr>
            </a:pPr>
            <a:r>
              <a:t>💻 사용 방법 - Streamlit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Streamlit 웹 인터페이스 실행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371600"/>
            <a:ext cx="11612880" cy="5120640"/>
          </a:xfrm>
          <a:prstGeom prst="round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1247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C8C8C8"/>
                </a:solidFill>
                <a:latin typeface="Consolas"/>
              </a:defRPr>
            </a:pPr>
            <a:r>
              <a:t># 가상 환경 활성화 후 실행</a:t>
            </a:r>
          </a:p>
          <a:p>
            <a:pPr>
              <a:spcAft>
                <a:spcPts val="400"/>
              </a:spcAft>
              <a:defRPr sz="1400">
                <a:solidFill>
                  <a:srgbClr val="C8C8C8"/>
                </a:solidFill>
                <a:latin typeface="Consolas"/>
              </a:defRPr>
            </a:pPr>
            <a:r>
              <a:t>source .venv/bin/activate  # Linux/Mac</a:t>
            </a:r>
          </a:p>
          <a:p>
            <a:pPr>
              <a:spcAft>
                <a:spcPts val="400"/>
              </a:spcAft>
              <a:defRPr sz="1400">
                <a:solidFill>
                  <a:srgbClr val="C8C8C8"/>
                </a:solidFill>
                <a:latin typeface="Consolas"/>
              </a:defRPr>
            </a:pPr>
            <a:r>
              <a:t>.venv\Scripts\activate     # Windows</a:t>
            </a:r>
          </a:p>
          <a:p>
            <a:pPr>
              <a:spcAft>
                <a:spcPts val="400"/>
              </a:spcAft>
              <a:defRPr sz="1400">
                <a:solidFill>
                  <a:srgbClr val="C8C8C8"/>
                </a:solidFill>
                <a:latin typeface="Consolas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C8C8C8"/>
                </a:solidFill>
                <a:latin typeface="Consolas"/>
              </a:defRPr>
            </a:pPr>
            <a:r>
              <a:t># Streamlit 실행</a:t>
            </a:r>
          </a:p>
          <a:p>
            <a:pPr>
              <a:spcAft>
                <a:spcPts val="400"/>
              </a:spcAft>
              <a:defRPr sz="1400">
                <a:solidFill>
                  <a:srgbClr val="C8C8C8"/>
                </a:solidFill>
                <a:latin typeface="Consolas"/>
              </a:defRPr>
            </a:pPr>
            <a:r>
              <a:t>streamlit run demo.py</a:t>
            </a:r>
          </a:p>
          <a:p>
            <a:pPr>
              <a:spcAft>
                <a:spcPts val="400"/>
              </a:spcAft>
              <a:defRPr sz="1400">
                <a:solidFill>
                  <a:srgbClr val="C8C8C8"/>
                </a:solidFill>
                <a:latin typeface="Consolas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C8C8C8"/>
                </a:solidFill>
                <a:latin typeface="Consolas"/>
              </a:defRPr>
            </a:pPr>
            <a:r>
              <a:t># 브라우저에서 http://localhost:8501 로 접속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탭 1: Generate Candidates (후보 생성)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• Pipeline Mode 선택: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•   • demo_planner_critic: Planner → Visualizer → Critic → Visualizer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•   • demo_full: Retriever → Planner → Stylist → Visualizer → Critic → Visualizer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• 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• 설정 옵션: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•   • Number of Candidates: 생성할 후보 수 (1-20)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•   • Aspect Ratio: 이미지 비율 (21:9, 16:9, 3:2)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•   • Max Critic Rounds: 개선 반복 횟수 (1-5)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입력 및 결과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• 입력: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•   • Method Section Content: 논문의 메소드 섹션 (Markdown 권장)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•   • Figure Caption: 생성할 그림의 캡션/설명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• 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• 결과: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•   • 여러 후보 이미지를 그리드로 표시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•   • 각 후보의 진화 타임라인 보기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•   • 개별 이미지 또는 ZIP으로 다운로드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333333"/>
                </a:solidFill>
              </a:defRPr>
            </a:pPr>
            <a:r>
              <a:t>⌨️ 사용 방법 - CLI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명령줄 인터페이스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371600"/>
            <a:ext cx="11612880" cy="5120640"/>
          </a:xfrm>
          <a:prstGeom prst="round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1247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C8C8C8"/>
                </a:solidFill>
                <a:latin typeface="Consolas"/>
              </a:defRPr>
            </a:pPr>
            <a:r>
              <a:t># 기본 사용법 (기본 설정)</a:t>
            </a:r>
          </a:p>
          <a:p>
            <a:pPr>
              <a:spcAft>
                <a:spcPts val="400"/>
              </a:spcAft>
              <a:defRPr sz="1400">
                <a:solidFill>
                  <a:srgbClr val="C8C8C8"/>
                </a:solidFill>
                <a:latin typeface="Consolas"/>
              </a:defRPr>
            </a:pPr>
            <a:r>
              <a:t>python main.py</a:t>
            </a:r>
          </a:p>
          <a:p>
            <a:pPr>
              <a:spcAft>
                <a:spcPts val="400"/>
              </a:spcAft>
              <a:defRPr sz="1400">
                <a:solidFill>
                  <a:srgbClr val="C8C8C8"/>
                </a:solidFill>
                <a:latin typeface="Consolas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C8C8C8"/>
                </a:solidFill>
                <a:latin typeface="Consolas"/>
              </a:defRPr>
            </a:pPr>
            <a:r>
              <a:t># 고급 사용법 (사용자 설정)</a:t>
            </a:r>
          </a:p>
          <a:p>
            <a:pPr>
              <a:spcAft>
                <a:spcPts val="400"/>
              </a:spcAft>
              <a:defRPr sz="1400">
                <a:solidFill>
                  <a:srgbClr val="C8C8C8"/>
                </a:solidFill>
                <a:latin typeface="Consolas"/>
              </a:defRPr>
            </a:pPr>
            <a:r>
              <a:t>python main.py</a:t>
            </a:r>
          </a:p>
          <a:p>
            <a:pPr>
              <a:spcAft>
                <a:spcPts val="400"/>
              </a:spcAft>
              <a:defRPr sz="1400">
                <a:solidFill>
                  <a:srgbClr val="C8C8C8"/>
                </a:solidFill>
                <a:latin typeface="Consolas"/>
              </a:defRPr>
            </a:pPr>
            <a:r>
              <a:t>  --dataset_name "PaperBananaBench"</a:t>
            </a:r>
          </a:p>
          <a:p>
            <a:pPr>
              <a:spcAft>
                <a:spcPts val="400"/>
              </a:spcAft>
              <a:defRPr sz="1400">
                <a:solidFill>
                  <a:srgbClr val="C8C8C8"/>
                </a:solidFill>
                <a:latin typeface="Consolas"/>
              </a:defRPr>
            </a:pPr>
            <a:r>
              <a:t>  --task_name "diagram"</a:t>
            </a:r>
          </a:p>
          <a:p>
            <a:pPr>
              <a:spcAft>
                <a:spcPts val="400"/>
              </a:spcAft>
              <a:defRPr sz="1400">
                <a:solidFill>
                  <a:srgbClr val="C8C8C8"/>
                </a:solidFill>
                <a:latin typeface="Consolas"/>
              </a:defRPr>
            </a:pPr>
            <a:r>
              <a:t>  --split_name "test"</a:t>
            </a:r>
          </a:p>
          <a:p>
            <a:pPr>
              <a:spcAft>
                <a:spcPts val="400"/>
              </a:spcAft>
              <a:defRPr sz="1400">
                <a:solidFill>
                  <a:srgbClr val="C8C8C8"/>
                </a:solidFill>
                <a:latin typeface="Consolas"/>
              </a:defRPr>
            </a:pPr>
            <a:r>
              <a:t>  --exp_mode "dev_full"</a:t>
            </a:r>
          </a:p>
          <a:p>
            <a:pPr>
              <a:spcAft>
                <a:spcPts val="400"/>
              </a:spcAft>
              <a:defRPr sz="1400">
                <a:solidFill>
                  <a:srgbClr val="C8C8C8"/>
                </a:solidFill>
                <a:latin typeface="Consolas"/>
              </a:defRPr>
            </a:pPr>
            <a:r>
              <a:t>  --retrieval_setting "auto"</a:t>
            </a:r>
          </a:p>
          <a:p>
            <a:pPr>
              <a:spcAft>
                <a:spcPts val="400"/>
              </a:spcAft>
              <a:defRPr sz="1400">
                <a:solidFill>
                  <a:srgbClr val="C8C8C8"/>
                </a:solidFill>
                <a:latin typeface="Consolas"/>
              </a:defRPr>
            </a:pPr>
            <a:r>
              <a:t>  --max_critic_rounds 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CLI 옵션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• --dataset_name: 사용할 데이터셋 이름 (기본값: PaperBananaBench)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• --task_name: 작업 유형 (diagram 또는 plot)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• --split_name: 데이터셋 분할 (test/train/val)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• --exp_mode: 실험 모드 (vanilla, dev_planner, dev_full 등)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• --retrieval_setting: 검색 설정 (auto/manual/random/none)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• --max_critic_rounds: 최대 Critic 반복 횟수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• --model_name: 사용할 모델 이름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실험 모드 종류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• vanilla: Visualizer만 사용 (기본 생성)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• dev_planner: Planner → Visualizer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• dev_planner_stylist: Planner → Stylist → Visualizer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• dev_planner_critic: Planner → Visualizer → Critic (다중 라운드)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• dev_full: 전체 파이프라인 (모든 에이전트)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• demo_planner_critic: 데모용 (평가 없음)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• demo_full: 데모용 전체 파이프라인 (평가 없음)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333333"/>
                </a:solidFill>
              </a:defRPr>
            </a:pPr>
            <a:r>
              <a:t>🎯 실제 사용 예시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예시: Transformer 아키텍처 다이어그램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• Method Section: Transformer 아키텍처 설명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•   • Encoder/Decoder 구조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•   • Multi-head Attention 메커니즘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•   • Residual connections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• 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• Caption: The Transformer architecture 설명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• 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• 설정: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•   • Pipeline Mode: demo_full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•   • Aspect Ratio: 16:9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•   • Candidates: 10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•   • Critic Rounds: 3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333333"/>
                </a:solidFill>
              </a:defRPr>
            </a:pPr>
            <a:r>
              <a:t>💡 고급 설정 및 팁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최상의 결과를 위한 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• 메소드 섹션 작성 가이드: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•   ✅ Markdown 형식 사용 (제목, 목록 등 구조화)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•   ✅ 수식은 LaTeX 형식으로 작성 ($E=mc^2$)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•   ✅ 컴포넌트와 흐름을 명확히 설명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•   ❌ 너무 긴 배경 설명은 피하기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•   ❌ 모호한 표현 피하기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• 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• 캡션 작성 가이드: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•   • 생성하려는 그림의 핵심 내용 요약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파이프라인 모드 선택 가이드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• 빠른 결과 필요: demo_planner_critic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•   → 빠륵지만 품질 좋음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• 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• 최고 품질 필요: demo_full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•   → Stylist로 미학적 개선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• 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• 단순 도표: vanilla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•   → 가장 빠름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• 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• 연구/개발: dev_* 모드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•   → 평가 메트릭 포함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333333"/>
                </a:solidFill>
              </a:defRPr>
            </a:pPr>
            <a:r>
              <a:t>🐛 문제 해결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자주 발생하는 문제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• "No module named streamlit" 오류: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•   → 가상 환경 활성화 확인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•   → uv pip install -r requirements.txt 재실행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• 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• API 키 오류: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•   → configs/model_config.yaml 파일 경로 확인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•   → 환경 변수로 설정하는 대안 사용 가능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• 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• 이미지 생성 실패: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•   → API 횟수 제한 확인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•   → 입력 텍스트 길이 확인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•   → 모델 이름 확인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333333"/>
                </a:solidFill>
              </a:defRPr>
            </a:pPr>
            <a:r>
              <a:t>📞 지원 및 라이선스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리소스 및 지원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• GitHub Issues: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•   https://github.com/dwzhu-pku/PaperBanana/issues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• 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• HuggingFace Dataset: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•   https://huggingface.co/datasets/dwzhu/PaperBananaBench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• 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• Paper: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•   https://huggingface.co/papers/2601.23265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• 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• 라이선스: Apache-2.0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828800"/>
            <a:ext cx="121916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/>
            </a:pPr>
            <a:r>
              <a:t>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92608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감사합니다!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3891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DCDCDC"/>
                </a:solidFill>
              </a:defRPr>
            </a:pPr>
            <a:r>
              <a:t>PaperBanana로 학술 도표 제작을 자동화하세요</a:t>
            </a:r>
          </a:p>
          <a:p/>
          <a:p>
            <a:r>
              <a:t>🍌 Happy Research! 🍌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